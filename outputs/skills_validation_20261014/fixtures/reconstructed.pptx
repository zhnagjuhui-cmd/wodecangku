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本页为运行验证测试夹具，不是临床课件。仅包含真实文献标识，不包含试验疗效结论。结论与引文为独立可编辑文本对象。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8C0D27"/>
                </a:solidFill>
                <a:latin typeface="DejaVu Sans"/>
              </a:rPr>
              <a:t>SENSCIS metadata fixture</a:t>
            </a:r>
          </a:p>
        </p:txBody>
      </p:sp>
      <p:sp>
        <p:nvSpPr>
          <p:cNvPr id="3" name="conclusion"/>
          <p:cNvSpPr txBox="1"/>
          <p:nvPr/>
        </p:nvSpPr>
        <p:spPr>
          <a:xfrm>
            <a:off x="914400" y="2286000"/>
            <a:ext cx="12801600" cy="1554480"/>
          </a:xfrm>
          <a:prstGeom prst="rect">
            <a:avLst/>
          </a:prstGeom>
          <a:solidFill>
            <a:srgbClr val="087B78"/>
          </a:solidFill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DejaVu Sans"/>
              </a:rPr>
              <a:t>PMID 31112379 - abstract only</a:t>
            </a:r>
          </a:p>
        </p:txBody>
      </p:sp>
      <p:sp>
        <p:nvSpPr>
          <p:cNvPr id="4" name="reference"/>
          <p:cNvSpPr txBox="1"/>
          <p:nvPr/>
        </p:nvSpPr>
        <p:spPr>
          <a:xfrm>
            <a:off x="914400" y="6675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44444"/>
                </a:solidFill>
                <a:latin typeface="DejaVu Sans"/>
              </a:rPr>
              <a:t>Source: PubMed / DOI 10.1056/NEJMoa1903076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