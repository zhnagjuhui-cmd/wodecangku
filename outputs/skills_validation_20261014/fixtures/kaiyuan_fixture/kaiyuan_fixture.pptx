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独立组装器测试夹具。该页为图片式 PPT，不声称原生可编辑，也未调用生图服务。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